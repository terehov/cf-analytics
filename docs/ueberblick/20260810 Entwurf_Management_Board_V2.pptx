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5" r:id="rId5"/>
    <p:sldId id="267" r:id="rId6"/>
    <p:sldId id="268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D74F9F-05DD-4AE2-838F-46D732DB0D1F}" v="2" dt="2026-09-16T10:45:20.3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s Heinz | CONCEPT FAMILY" userId="3a6eb682-8175-48f0-9b15-20c6fc71d3fe" providerId="ADAL" clId="{E6908FC7-F35E-40AB-94A8-E6378C7CF0CB}"/>
    <pc:docChg chg="custSel addSld delSld modSld">
      <pc:chgData name="Andreas Heinz | CONCEPT FAMILY" userId="3a6eb682-8175-48f0-9b15-20c6fc71d3fe" providerId="ADAL" clId="{E6908FC7-F35E-40AB-94A8-E6378C7CF0CB}" dt="2026-09-16T10:45:30.237" v="506" actId="14100"/>
      <pc:docMkLst>
        <pc:docMk/>
      </pc:docMkLst>
      <pc:sldChg chg="addSp delSp modSp new mod">
        <pc:chgData name="Andreas Heinz | CONCEPT FAMILY" userId="3a6eb682-8175-48f0-9b15-20c6fc71d3fe" providerId="ADAL" clId="{E6908FC7-F35E-40AB-94A8-E6378C7CF0CB}" dt="2026-09-16T10:45:30.237" v="506" actId="14100"/>
        <pc:sldMkLst>
          <pc:docMk/>
          <pc:sldMk cId="4235678832" sldId="268"/>
        </pc:sldMkLst>
        <pc:spChg chg="add mod">
          <ac:chgData name="Andreas Heinz | CONCEPT FAMILY" userId="3a6eb682-8175-48f0-9b15-20c6fc71d3fe" providerId="ADAL" clId="{E6908FC7-F35E-40AB-94A8-E6378C7CF0CB}" dt="2026-09-16T10:45:00.319" v="499" actId="113"/>
          <ac:spMkLst>
            <pc:docMk/>
            <pc:sldMk cId="4235678832" sldId="268"/>
            <ac:spMk id="4" creationId="{3D271C36-4BA5-F962-A1F1-530ADF634FF3}"/>
          </ac:spMkLst>
        </pc:spChg>
        <pc:picChg chg="add mod">
          <ac:chgData name="Andreas Heinz | CONCEPT FAMILY" userId="3a6eb682-8175-48f0-9b15-20c6fc71d3fe" providerId="ADAL" clId="{E6908FC7-F35E-40AB-94A8-E6378C7CF0CB}" dt="2026-09-16T10:45:16.241" v="502" actId="1076"/>
          <ac:picMkLst>
            <pc:docMk/>
            <pc:sldMk cId="4235678832" sldId="268"/>
            <ac:picMk id="2" creationId="{7113C59B-0197-10C9-7D33-A4FA9F13CA13}"/>
          </ac:picMkLst>
        </pc:picChg>
        <pc:picChg chg="add mod">
          <ac:chgData name="Andreas Heinz | CONCEPT FAMILY" userId="3a6eb682-8175-48f0-9b15-20c6fc71d3fe" providerId="ADAL" clId="{E6908FC7-F35E-40AB-94A8-E6378C7CF0CB}" dt="2026-09-16T10:45:30.237" v="506" actId="14100"/>
          <ac:picMkLst>
            <pc:docMk/>
            <pc:sldMk cId="4235678832" sldId="268"/>
            <ac:picMk id="3" creationId="{3389B9A4-EFCB-2D1E-FFB3-DB1362DB7DE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CA9293-5DEA-E0BC-91E3-4072E05B7F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CFBA608-9008-FD42-92DE-26A7FF5FA5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A79E7A-4EF3-096A-8844-4D0B4C208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8031E-A3B1-4F6F-B25B-6FC942227FCA}" type="datetimeFigureOut">
              <a:rPr lang="de-DE" smtClean="0"/>
              <a:t>16.09.2026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E71B5B-F1A7-0694-86FF-CFD878456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3DCF14A-F800-C1B0-B486-6B0DDB83E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FD1-2F54-47F7-A1CF-45FDF527DF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2093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D90B4F-7A89-4534-B73E-C2C2611E1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60BDEB5-8E7C-FB2C-F7F4-C95D13F77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E81EA8-DE93-C8AC-ABF2-B803556C9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8031E-A3B1-4F6F-B25B-6FC942227FCA}" type="datetimeFigureOut">
              <a:rPr lang="de-DE" smtClean="0"/>
              <a:t>16.09.2026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C78CBFD-6C66-C9FB-5437-DBA09696B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BBEEC08-166D-4D6F-E433-604E71E10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FD1-2F54-47F7-A1CF-45FDF527DF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9701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07A6EC-7ED7-3E67-98A8-6FD8D2D06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E2D16B4-A40B-3B4D-EB8F-AA2FA42DA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092BD64-2E15-8A93-686F-2B7DC0A70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8031E-A3B1-4F6F-B25B-6FC942227FCA}" type="datetimeFigureOut">
              <a:rPr lang="de-DE" smtClean="0"/>
              <a:t>16.09.2026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82C25A1-060D-AB82-1C96-2FA4BA20C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5E69362-4599-E4E6-A360-9D2EA727B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FD1-2F54-47F7-A1CF-45FDF527DF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1991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9BFF4D-0A36-66DE-B321-C24D44DFA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E98FFC-D25D-4960-2DDB-C8163BD69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1E5AE80-0941-A0F6-D627-6713C6017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CD0FBDC-3F28-88CF-B876-21FE2DE6E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8031E-A3B1-4F6F-B25B-6FC942227FCA}" type="datetimeFigureOut">
              <a:rPr lang="de-DE" smtClean="0"/>
              <a:t>16.09.2026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AAF4C0D-429B-A95E-823D-CC1E81789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78911D8-C2D3-A9D1-6160-E138EC727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FD1-2F54-47F7-A1CF-45FDF527DF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3222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08C32F-46C2-3F8D-A7AE-28CE02F04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6ADFA2-84FC-90E0-002C-F3933FF55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3DECBAC-331F-A74E-5D00-1DCEA9CAC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A253F2E-59B1-2CBD-EA64-8539C25E4D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1C9D3FC-E6C9-CEAC-8017-ACFF3944C7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7219F7A-8E6E-A475-143B-AFF89A75D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8031E-A3B1-4F6F-B25B-6FC942227FCA}" type="datetimeFigureOut">
              <a:rPr lang="de-DE" smtClean="0"/>
              <a:t>16.09.2026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AAB208C-EA82-F402-2FB0-4DA80DDAD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C64749D-128A-4DF2-ACEC-EFC9D6BFE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FD1-2F54-47F7-A1CF-45FDF527DF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5524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32E37B-36DB-B6AC-4A01-53DDF2F42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BB7D290-BE5B-7730-00F6-7C8061529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8031E-A3B1-4F6F-B25B-6FC942227FCA}" type="datetimeFigureOut">
              <a:rPr lang="de-DE" smtClean="0"/>
              <a:t>16.09.2026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63DDACE-214E-D90E-BF7C-CC3D13C20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DCDEEF9-B493-135F-683A-BF3EB1766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FD1-2F54-47F7-A1CF-45FDF527DF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3702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83C6152-70C7-848E-E0CE-D767B349F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8031E-A3B1-4F6F-B25B-6FC942227FCA}" type="datetimeFigureOut">
              <a:rPr lang="de-DE" smtClean="0"/>
              <a:t>16.09.2026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3EC21A4-D372-BD43-D1A3-3BC857974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3A3DF2A-B1EC-4D74-2DBF-EAF7EC56D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FD1-2F54-47F7-A1CF-45FDF527DF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7670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1B168B-BB77-C6AE-E6DC-DCF20BA31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C1C68F-08AC-07B4-4CFD-6AED1100C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76D519C-2564-F837-873B-A57BA8814E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A50BF54-119C-AF16-B986-FC1F454D2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8031E-A3B1-4F6F-B25B-6FC942227FCA}" type="datetimeFigureOut">
              <a:rPr lang="de-DE" smtClean="0"/>
              <a:t>16.09.2026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2FD5111-D953-D4B1-1835-1EF0A4B95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C834995-6600-76D6-8FF6-FE24BD0FA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FD1-2F54-47F7-A1CF-45FDF527DF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2735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F115AB-E69C-476D-3110-2454DAAE5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875CB10-F913-0941-D701-D9F5055995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BD5416C-68A8-80DE-3310-FCBF45D225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D00AE31-354B-C3EE-A0DC-F4014D901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8031E-A3B1-4F6F-B25B-6FC942227FCA}" type="datetimeFigureOut">
              <a:rPr lang="de-DE" smtClean="0"/>
              <a:t>16.09.2026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370BF1B-F742-297D-C181-21513A7DF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7AF2383-487D-D447-B11E-D4CA80AA3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FD1-2F54-47F7-A1CF-45FDF527DF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849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BA6542-15AD-9F8C-7BD4-4B62AC12B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2F1084E-4A1D-95BC-3291-F416339E07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1B59BD-D4F4-57F6-3B27-65C5894FC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8031E-A3B1-4F6F-B25B-6FC942227FCA}" type="datetimeFigureOut">
              <a:rPr lang="de-DE" smtClean="0"/>
              <a:t>16.09.2026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044225-34D6-E57C-FA70-C66DEAD0D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9B7ECD2-6614-3547-363F-D7FAF8E3A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FD1-2F54-47F7-A1CF-45FDF527DF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718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50C8E83-EA98-B21E-5B31-FFA3D1F5C6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54B1C20-084F-6592-1D17-7D32FC8BFF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3CD77B-67E4-96E7-0176-80D499A41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8031E-A3B1-4F6F-B25B-6FC942227FCA}" type="datetimeFigureOut">
              <a:rPr lang="de-DE" smtClean="0"/>
              <a:t>16.09.2026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4ED04BC-7A86-F888-8D8A-9F168E492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6504430-4DD2-0C8B-1C78-C866C967E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FD1-2F54-47F7-A1CF-45FDF527DF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6206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9CEE9DC-9830-3651-538D-FD4D077E6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118DADE-14A6-3143-C03F-79FF3FCCC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491CD85-2E60-4926-4CF7-ACFFB8B0E8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08031E-A3B1-4F6F-B25B-6FC942227FCA}" type="datetimeFigureOut">
              <a:rPr lang="de-DE" smtClean="0"/>
              <a:t>16.09.2026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ED55D9-2F72-A89B-0C8D-AD93739DDF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357637-A2F3-929C-DE95-D24C7FDEAE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85FD1-2F54-47F7-A1CF-45FDF527DFF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243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C643B31D-2529-C093-01E6-70A680DA6A5E}"/>
              </a:ext>
            </a:extLst>
          </p:cNvPr>
          <p:cNvSpPr txBox="1"/>
          <p:nvPr/>
        </p:nvSpPr>
        <p:spPr>
          <a:xfrm>
            <a:off x="937824" y="1209675"/>
            <a:ext cx="1049409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6000" b="1" dirty="0"/>
              <a:t>Grafischer Entwurf </a:t>
            </a:r>
          </a:p>
          <a:p>
            <a:pPr algn="ctr"/>
            <a:endParaRPr lang="de-DE" sz="3600" b="1" dirty="0"/>
          </a:p>
          <a:p>
            <a:pPr algn="ctr"/>
            <a:r>
              <a:rPr lang="de-DE" sz="6000" b="1" dirty="0"/>
              <a:t>Management – Board</a:t>
            </a:r>
          </a:p>
          <a:p>
            <a:pPr algn="ctr"/>
            <a:r>
              <a:rPr lang="de-DE" sz="6000" b="1" dirty="0"/>
              <a:t>Franchisegeber-Gesellschaft </a:t>
            </a:r>
            <a:endParaRPr lang="de-DE" sz="3600" b="1" dirty="0"/>
          </a:p>
        </p:txBody>
      </p:sp>
    </p:spTree>
    <p:extLst>
      <p:ext uri="{BB962C8B-B14F-4D97-AF65-F5344CB8AC3E}">
        <p14:creationId xmlns:p14="http://schemas.microsoft.com/office/powerpoint/2010/main" val="3767503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62998-8986-1430-7337-64759E71E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65AE3950-32EC-B8D7-CAB1-1A9ED5C95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9" y="86361"/>
            <a:ext cx="10031835" cy="6685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033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59B68-F012-4274-9EA8-52DEBA880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422E35DF-A181-97DB-5508-8D0ED359A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925" y="184748"/>
            <a:ext cx="9736560" cy="6488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497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23D91-081A-D0D3-7187-339D53006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B1EC5740-F8D0-109F-391F-020D1647D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843" y="271462"/>
            <a:ext cx="9476314" cy="631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293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EEB3D639-7E98-37EF-65AF-487B7F61C3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4" y="240318"/>
            <a:ext cx="11331511" cy="63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769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3D271C36-4BA5-F962-A1F1-530ADF634FF3}"/>
              </a:ext>
            </a:extLst>
          </p:cNvPr>
          <p:cNvSpPr txBox="1"/>
          <p:nvPr/>
        </p:nvSpPr>
        <p:spPr>
          <a:xfrm>
            <a:off x="950976" y="1289304"/>
            <a:ext cx="778238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Info Karsten -&gt; Reporting „Pommes Freunde“</a:t>
            </a:r>
          </a:p>
          <a:p>
            <a:endParaRPr lang="de-DE" dirty="0"/>
          </a:p>
          <a:p>
            <a:r>
              <a:rPr lang="de-DE" dirty="0"/>
              <a:t>Aktuelle Stellschrauben / Kennzahlen:</a:t>
            </a:r>
          </a:p>
          <a:p>
            <a:endParaRPr lang="de-DE" dirty="0"/>
          </a:p>
          <a:p>
            <a:pPr marL="285750" indent="-285750">
              <a:buFontTx/>
              <a:buChar char="-"/>
            </a:pPr>
            <a:r>
              <a:rPr lang="de-DE" dirty="0"/>
              <a:t>Anzahl Transaktionen</a:t>
            </a:r>
          </a:p>
          <a:p>
            <a:pPr marL="285750" indent="-285750">
              <a:buFontTx/>
              <a:buChar char="-"/>
            </a:pPr>
            <a:r>
              <a:rPr lang="de-DE" dirty="0"/>
              <a:t>Ø Bon in EUR / Transaktion</a:t>
            </a:r>
          </a:p>
          <a:p>
            <a:pPr marL="285750" indent="-285750">
              <a:buFontTx/>
              <a:buChar char="-"/>
            </a:pPr>
            <a:endParaRPr lang="de-DE" dirty="0"/>
          </a:p>
          <a:p>
            <a:pPr marL="285750" indent="-285750">
              <a:buFontTx/>
              <a:buChar char="-"/>
            </a:pPr>
            <a:endParaRPr lang="de-DE" dirty="0"/>
          </a:p>
          <a:p>
            <a:r>
              <a:rPr lang="de-DE" b="1" dirty="0"/>
              <a:t>20260916 | Austausch Tobi</a:t>
            </a:r>
          </a:p>
          <a:p>
            <a:pPr marL="285750" indent="-285750">
              <a:buFontTx/>
              <a:buChar char="-"/>
            </a:pPr>
            <a:r>
              <a:rPr lang="de-DE" dirty="0"/>
              <a:t>Darstellung Kampagnenbudget klären</a:t>
            </a:r>
          </a:p>
          <a:p>
            <a:pPr marL="285750" indent="-285750">
              <a:buFontTx/>
              <a:buChar char="-"/>
            </a:pPr>
            <a:r>
              <a:rPr lang="de-DE" dirty="0"/>
              <a:t>Tobi pflegt aktuell Datei, Entscheidung Mittelverwendung treffen </a:t>
            </a:r>
            <a:r>
              <a:rPr lang="de-DE" dirty="0" err="1"/>
              <a:t>GmbH´s</a:t>
            </a:r>
            <a:r>
              <a:rPr lang="de-DE" dirty="0"/>
              <a:t> </a:t>
            </a:r>
          </a:p>
          <a:p>
            <a:pPr marL="285750" indent="-285750">
              <a:buFontTx/>
              <a:buChar char="-"/>
            </a:pPr>
            <a:r>
              <a:rPr lang="de-DE" dirty="0"/>
              <a:t>Klärung Budgetierung (anteilige „Aufsplittung“ der Franchisegebühren)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7113C59B-0197-10C9-7D33-A4FA9F13C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074" y="4705624"/>
            <a:ext cx="4566285" cy="1819065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389B9A4-EFCB-2D1E-FFB3-DB1362DB7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4705624"/>
            <a:ext cx="4139092" cy="1819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678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</Words>
  <Application>Microsoft Office PowerPoint</Application>
  <PresentationFormat>Breitbild</PresentationFormat>
  <Paragraphs>16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Andreas Heinz | CONCEPT FAMILY</dc:creator>
  <cp:lastModifiedBy>Andreas Heinz | CONCEPT FAMILY</cp:lastModifiedBy>
  <cp:revision>1</cp:revision>
  <dcterms:created xsi:type="dcterms:W3CDTF">2026-08-10T07:04:33Z</dcterms:created>
  <dcterms:modified xsi:type="dcterms:W3CDTF">2026-09-16T10:45:33Z</dcterms:modified>
</cp:coreProperties>
</file>